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How Product Teams Are Using Cursor to Build with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>
                <a:solidFill>
                  <a:srgbClr val="5A5A5A"/>
                </a:solidFill>
              </a:defRPr>
            </a:pPr>
            <a:r>
              <a:t>Executive CPO Brief | Discovery Learnings and PLC Implications | Mar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Executive Summary: What Matters Most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Cursor adoption is real and broad, but maturity is uneven across teams and PLC stages.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Teams are strongest in drafting/synthesis tasks; weakest in governance, traceability, and stage discipline.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The winning model is not 'AI as a parallel process'—it is AI embedded in the existing PLC with guardrails.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Biggest value unlock: shift PM behavior from document production to decision velocity and evidence quality.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Immediate priority: codify standards (prompts, checklists, automation, metrics) before scaling adoption.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Discovery Scope and Evidence Base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5624B2"/>
                </a:solidFill>
              </a:defRPr>
            </a:pPr>
            <a:r>
              <a:t>Evidence reviewed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Confluence discovery pages reviewed across Product Ops + AI playbook + Cursor blueprint (Mar 2026 exports).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Evidence sources include PLC phase playbooks, maturity framework, operating model docs, and AI-MV artefacts.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Signal quality: strong process evidence, early adoption patterns, and clear risk/guardrail guidance.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Gap: limited quantified productivity baselines in current pack (requires instrumentation in next phase).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Current Usage Pattern: Where Teams Already Use Cursor</a:t>
            </a:r>
          </a:p>
        </p:txBody>
      </p:sp>
      <p:pic>
        <p:nvPicPr>
          <p:cNvPr id="3" name="Picture 2" descr="56875745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80389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76072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5A5A"/>
                </a:solidFill>
              </a:defRPr>
            </a:pPr>
            <a:r>
              <a:t>Prompt-library pattern observed across Discovery, PM artefacts, strategy/planning, analytics, operations, and GTM.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Top-Line Themes: What Stayed the Same vs What Changed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1042416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5624B2"/>
                          </a:solidFill>
                        </a:defRPr>
                      </a:pPr>
                      <a:r>
                        <a:t>What Stayed the Same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5624B2"/>
                          </a:solidFill>
                        </a:defRPr>
                      </a:pPr>
                      <a:r>
                        <a:t>What Changed with Cursor + AI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Outcome-led product management remains the standard.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AI embedded into every PLC phase (Discovery → Launch) as a workflow accelerator.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Continuous discovery and real customer contact remain non-negotiable.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Teams use AI for synthesis, structure, alternatives, and consistency checks.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Human judgment owns prioritisation and final decisions.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Product Ops now must codify prompts, quality bars, and automation rules.</a:t>
                      </a:r>
                    </a:p>
                  </a:txBody>
                  <a:tcPr/>
                </a:tc>
              </a:tr>
              <a:tr h="10424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Evidence-based decisions remain the quality bar.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Shift from “what doc should I write?” to “what decision am I driving?”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Key Outtakes: Current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Inconsistent PLC discipline: stage-skipping and 'teleporting to build' still occurs in lower-maturity teams.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Artefact quality and linkage are uneven; context is still rebuilt due to scattered or stale documentation.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RACI and decision rights are variably enforced, creating approval latency and rework loops.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Tooling/data hygiene friction (tags, fields, cross-linking) limits AI reliability and downstream reporting.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Adoption blockers are less about access and more about trust, prompt skill, and governance confidence.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Opportunity Areas (Next Value Pools)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Standardize PM prompt libraries by PLC phase and critical artefact type.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Add AI touchpoints directly into templates (discovery snapshot, OST, brief/spec, experiment plan, GTM).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Deploy readiness checklists + guardrails for quality, privacy, and evidence traceability.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Automate Jira/Confluence workflow hooks (stage tagging, artefact linkage, review triggers).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Build one central artefact repository with naming/versioning standards and searchable history.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Launch AI literacy program for PMs/trios/leads focused on intent-input-context-output practice.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What We Learned from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5394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5624B2"/>
                </a:solidFill>
              </a:defRPr>
            </a:pPr>
            <a:r>
              <a:t>Adoption lessons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AI works best as a co-thinker, not a decision-maker.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Teams gain speed first in synthesis and drafting tasks.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Without standards, local prompt practices fragment quickly.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Human validation checkpoints are the difference between speed and risk.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1280160"/>
            <a:ext cx="539496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5624B2"/>
                </a:solidFill>
              </a:defRPr>
            </a:pPr>
            <a:r>
              <a:t>Operating-model lessons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Product Ops is the scaling layer for AI-enabled PLC execution.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Maturity progression is visible: Ad-hoc → Emerging → Defined → Embedded.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Governance must be lightweight and built into everyday flow.</a:t>
            </a:r>
          </a:p>
          <a:p>
            <a:pPr>
              <a:defRPr sz="1600">
                <a:solidFill>
                  <a:srgbClr val="1E1E1E"/>
                </a:solidFill>
              </a:defRPr>
            </a:pPr>
            <a:r>
              <a:t>• Success requires measurement of both adoption and decision quality.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How This Changes the PLC Workflow (Future-State Design)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4458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5624B2"/>
                          </a:solidFill>
                        </a:defRPr>
                      </a:pPr>
                      <a:r>
                        <a:t>PLC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5624B2"/>
                          </a:solidFill>
                        </a:defRPr>
                      </a:pPr>
                      <a:r>
                        <a:t>New AI-Enabled Practice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5624B2"/>
                          </a:solidFill>
                        </a:defRPr>
                      </a:pPr>
                      <a:r>
                        <a:t>Human Gate / Accountability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Discover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AI clusters interview evidence into snapshots/themes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PM validates evidence; trio agrees problem framing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Evaluate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AI compares opportunities and surfaces assumption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Trio prioritises; leadership confirms trade-offs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Design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AI generates concept variants and edge-case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Customers + trio test concepts and choose direction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AI drafts specs/stories/acceptance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Eng + PM agree scope, feasibility, and DoD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AI summarizes pilot results and alternative interpretations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Trio decides scale / iterate / stop</a:t>
                      </a:r>
                    </a:p>
                  </a:txBody>
                  <a:tcPr/>
                </a:tc>
              </a:tr>
              <a:tr h="7445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Launch/Grow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AI drafts comms and clusters adoption friction signals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Cross-functional leaders own launch/no-launch + improvement backlog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90-Day Adoption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5624B2"/>
                </a:solidFill>
              </a:defRPr>
            </a:pPr>
            <a:r>
              <a:t>Pragmatic scale sequence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Days 0–30: Baseline maturity + select 2 pilot product teams + define guardrails and success metrics.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Days 31–60: Roll out phase-based prompt packs, template touchpoints, and workflow automations in pilots.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Days 61–90: Measure cycle-time + quality deltas, codify playbook v1, and prepare scaled rollout by team maturity.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Governance cadence: biweekly pilot review, monthly CPO checkpoint, quarterly PLC standards refresh.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How We Will Measure Success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188720"/>
          <a:ext cx="114300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/>
                <a:gridCol w="3810000"/>
                <a:gridCol w="3810000"/>
              </a:tblGrid>
              <a:tr h="74458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5624B2"/>
                          </a:solidFill>
                        </a:defRPr>
                      </a:pPr>
                      <a:r>
                        <a:t>Metric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5624B2"/>
                          </a:solidFill>
                        </a:defRPr>
                      </a:pPr>
                      <a:r>
                        <a:t>Core KPI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5624B2"/>
                          </a:solidFill>
                        </a:defRPr>
                      </a:pPr>
                      <a:r>
                        <a:t>Target Direction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Adoption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% initiatives using standardized AI touchpoints by PLC 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Speed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Cycle time from discovery synthesis to decision-ready artefact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Down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Artefact readiness pass rate at stage-gates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Decision health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% decisions with explicit evidence + assumptions + trade-off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/>
                </a:tc>
              </a:tr>
              <a:tr h="744582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Rework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Late-stage requirement churn / reopen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Down</a:t>
                      </a:r>
                    </a:p>
                  </a:txBody>
                  <a:tcPr/>
                </a:tc>
              </a:tr>
              <a:tr h="744588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Enablement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PM/trio AI literacy completion + confidence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Decisions Requested from CPO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Approve Product Ops ownership of the Cursor Playbook for PMs (standards + governance).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Approve 90-day pilot with 2 product teams and explicit success gates.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Mandate PLC-stage traceability (artefact links + decision logs) as rollout prerequisite.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Sponsor cross-functional enablement (PM, Eng, PMM, Data) and monthly executive review cadence.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5624B2"/>
                </a:solidFill>
              </a:defRPr>
            </a:pPr>
            <a:r>
              <a:t>Appendix: Source Pages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>
                <a:solidFill>
                  <a:srgbClr val="1E1E1E"/>
                </a:solidFill>
              </a:defRPr>
            </a:pPr>
            <a:r>
              <a:t>Product Operations × Cursor (5687279682)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AI Product Playbook + phase pages: Discovery, Opportunity, Solution, Delivery, Experimentation, Launch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AI Enablement in Our Product Operating System (5688131588)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Maturity Level Framework (5665325076)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(PLC) Standard Product Life Cycle (5657952336)</a:t>
            </a:r>
          </a:p>
          <a:p>
            <a:pPr>
              <a:defRPr sz="1800">
                <a:solidFill>
                  <a:srgbClr val="1E1E1E"/>
                </a:solidFill>
              </a:defRPr>
            </a:pPr>
            <a:r>
              <a:t>Discovery &amp; Research + Reusable Scoring Table (5664374841, 5663817753)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